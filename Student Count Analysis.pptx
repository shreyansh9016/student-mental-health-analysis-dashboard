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383EAE4-7879-4B5B-83DE-18E05420A8F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Student Count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C32DB47-1090-442C-B70D-B14B2B4DE66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11/14/2025 10:27:20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 &amp;amp; SC" id="2" name="slide2">
            <a:extLst>
              <a:ext uri="{FF2B5EF4-FFF2-40B4-BE49-F238E27FC236}">
                <a16:creationId xmlns:a16="http://schemas.microsoft.com/office/drawing/2014/main" id="{BF6A4107-1756-451D-BA53-8B6A2B825D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97" y="0"/>
            <a:ext cx="895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S &amp;amp; SC" id="3" name="slide3">
            <a:extLst>
              <a:ext uri="{FF2B5EF4-FFF2-40B4-BE49-F238E27FC236}">
                <a16:creationId xmlns:a16="http://schemas.microsoft.com/office/drawing/2014/main" id="{14F501D7-3936-4C20-9949-C139CC1BB1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97" y="0"/>
            <a:ext cx="895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S &amp;amp; SC" id="4" name="slide4">
            <a:extLst>
              <a:ext uri="{FF2B5EF4-FFF2-40B4-BE49-F238E27FC236}">
                <a16:creationId xmlns:a16="http://schemas.microsoft.com/office/drawing/2014/main" id="{AB5E1233-E4DF-4228-B12D-8ADD9A343B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97" y="0"/>
            <a:ext cx="895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D &amp;amp; SC" id="5" name="slide5">
            <a:extLst>
              <a:ext uri="{FF2B5EF4-FFF2-40B4-BE49-F238E27FC236}">
                <a16:creationId xmlns:a16="http://schemas.microsoft.com/office/drawing/2014/main" id="{4350F6D7-1EE7-4C4C-8BDE-3A4F3AD932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97" y="0"/>
            <a:ext cx="895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 &amp;amp; SC" id="6" name="slide6">
            <a:extLst>
              <a:ext uri="{FF2B5EF4-FFF2-40B4-BE49-F238E27FC236}">
                <a16:creationId xmlns:a16="http://schemas.microsoft.com/office/drawing/2014/main" id="{412E36C4-098C-4AE0-A3FC-34DF9E0684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97" y="0"/>
            <a:ext cx="895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udent Count Analysis" id="7" name="slide7">
            <a:extLst>
              <a:ext uri="{FF2B5EF4-FFF2-40B4-BE49-F238E27FC236}">
                <a16:creationId xmlns:a16="http://schemas.microsoft.com/office/drawing/2014/main" id="{93784826-4616-46AB-BC30-8C9FBDC91B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73" y="0"/>
            <a:ext cx="10129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2025-11-14T16:57:21Z</dcterms:created>
  <dcterms:modified xsi:type="dcterms:W3CDTF">2025-11-14T16:57:21Z</dcterms:modified>
</cp:coreProperties>
</file>